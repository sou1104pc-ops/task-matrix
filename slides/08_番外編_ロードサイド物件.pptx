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番外編：ロードサイド物件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駅チカの常識を覆す勝ち筋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成立する3つの条件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ロードサイドに面していること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広さ90平米以上であること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駐車場が複数台停められること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なぜ駅から遠くても勝てるのか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キッズスクールや大人の教室・稽古事は、広さがないと成立しません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車移動が中心の地域では、駐車場が最優先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駐車場のない駅近の小箱より、広くて停めやすい方が選ばれます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7日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定期利用だけで埋まった曜日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家賃8万8千円・90平米・駐車場ありのロードサイド物件（2店舗目）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実際の収益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定期利用だけで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月4〜5万円の利益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単発利用を加えると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月7〜8万円の利益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収益が安定するまで7〜8ヶ月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競合が少ないブルーオーシャン。時間をかければ着実に黒字化できます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