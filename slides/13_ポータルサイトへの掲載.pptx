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ポータルサイトへの掲載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新規集客の入口をつくる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9割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インスタベースから入る予約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レンタルスタジオなら、まずここへの登録が最優先です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2大ポータルの違い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インスタベース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レンタルスタジオで圧倒的シェア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初心者でも集客しやすい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44168" y="4928616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642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審査はやや厳しめ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スペースマーケット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知名度が高い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パーティールーム系に強い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30568" y="4928616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残りの1〜2割をカバー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どちらか一方ではなく、両方登録する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異なる客層を網羅して、稼働率を底上げします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貸し会議室なら「スペイシー」も追加する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貸し会議室が多く掲載されているサイトです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掲載写真の質は、予約率に直結する</a:t>
            </a:r>
            <a:endParaRPr lang="en-US" sz="3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自分で撮るときの4原則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明るい時間帯に自然光を最大限使う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広角レンズで部屋を広く見せる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撮影者を映り込ませない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ゴミ・不要物を写さない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撮るべきもの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室内全体が見渡せるアングル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鏡・床・音響などの設備詳細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建物外観・エントランス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廊下・トイレ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外観の写真は、迷わせないために撮る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料金は競合より10%安く始める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レビューが溜まってきたら、10%ずつ上げていきます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高すぎても、安すぎても予約は入らない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安すぎると品質を疑われ、客層が悪化します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料金設定の型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平日は安く、休日は高く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3時間・半日・1日のパック料金を用意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深夜・早朝を安く設定する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「500円から」の表示が、クリックのきっかけになる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設備は漏れなく入力する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Wi-Fi・エアコン・トイレ・電源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鏡・音響・照明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三脚・スマホスタンド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即時予約にして、最小予約は1時間から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清掃時間を確保するため。キャンセルは前日50%・当日100%が目安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利用規約に必ず書く2つ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ゴミの持ち帰り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清掃コストとトラブルを減らす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軽い清掃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次のお客様の満足度に直結する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Googleカレンダーでダブルブッキングを防ぐ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専用アカウントを作り、すべてのポータルを同じカレンダーに紐づける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レビューがなければ、選ばれない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297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最初の10件が、最重要ミッションです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レビューを能動的に取りにいく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知人に格安で使ってもらい、正直なレビューを依頼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利用後のメッセージで直接依頼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コミュニティで相互レビュー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届いたレビューには必ず返信する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30件・50件と積み上げると、上位表示が狙える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地域ナンバーワンも取れるようになります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2026-08-29T11:57:23Z</dcterms:created>
  <dcterms:modified xsi:type="dcterms:W3CDTF">2026-08-29T11:57:23Z</dcterms:modified>
</cp:coreProperties>
</file>