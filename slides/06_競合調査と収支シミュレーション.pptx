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競合調査と収支シミュレーション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その立地でいくら稼げるのかを、事前に割り出す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調査の6ステップ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76479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インスタベースで「駅名 ＋ 用途」を検索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42316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価格と平米数が近い競合だけを抜き出す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099816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08152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どれくらい埋まっているかを調べる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758184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373989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1時間あたりの単価を出す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416552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3982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月商と手残りを推定する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5074920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505663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自分の物件が勝てるか比較する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価格が高すぎる競合は外す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そもそも選ばれていないので、参考になりません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ポータルの空き室カレンダーでは、過去が見えない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だから競合スペースの名前で検索して、自社サイトを探します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自社サイトの「空き状況」を過去に遡る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Googleカレンダーが埋め込まれていれば、先月・先々月の埋まり具合が見えます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ダンススタジオは自社HPを持っていることが多い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見つからない場合は、ポータルの空き室カレンダーの丸・三角から読み取る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パック料金から1時間単価を逆算する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1時間半で2,528円 → 1.5で割って、1時間あたり約1,500円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インスタベースの手数料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月商から差し引いて、実際の手残りを見ます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競合の「穴」を探す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18時半以降が使えない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21時以降の利用ができない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水曜・木曜は21時まで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穴を開けるだけで、客はごっそり取れる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勝てるかどうかを比較する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駅から徒歩4分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40平米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自分の候補物件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駅から徒歩1〜2分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37.5平米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スペックで勝てている＝参入OK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自社サイトを持っていない競合は狙い目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高い手数料を払い続けている＝利益が取れていない可能性が高い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このやり方は、どの駅でも同じです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良い物件を見つけたら、必ずこの手順で確認してから出店する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2026-08-29T06:41:58Z</dcterms:created>
  <dcterms:modified xsi:type="dcterms:W3CDTF">2026-08-29T06:41:58Z</dcterms:modified>
</cp:coreProperties>
</file>