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レンタルスタジオ・貸し会議室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1店舗目を、着実に黒字化する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FC加盟や多店舗チェーンの話ではありません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副業として、あるいは独立の第一歩として、1店舗目を黒字化するための内容です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このビジネスの特徴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大きな在庫を抱える必要がない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何百万円もの投資が必要ない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飲食店のような重いオペレーションがない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人を常駐させる必要がない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仕組みを整えてしまえば、基本的に無人で回る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物件を選び、備品を揃え、予約と入室の仕組みをつくる。それだけです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ただし、適当に始めてうまくいくほど甘くはない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実際に多い、撤退の理由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物件選びを間違えて、集客しても利益が残らない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騒音トラブルを見落として、クレーム対応に追われる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競合や価格設定を読み違えて、そもそも予約が入らない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ポータルサイトに頼りすぎて、手残りが少ない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だからこのコンテンツは、6拠点の実際の数字だけで書いています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伝聞でも業界の一般論でもなく、自分の口座を出入りしたお金から逆算しています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荒田崇｜レンタルスペース運営オーナー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兵庫・大阪でレンタルスタジオ4拠点・貸し会議室2拠点、計6拠点を直営で運営しています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主な実績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初期費用70万円以内で、競合エリアでも開業1ヶ月目から黒字化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ロードサイド物件でも定期利用で曜日を埋め、安定運営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公式LINEと自社決済の導線構築で、利益率を約30%改善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日本政策金融公庫からの融資実績あり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月2〜3時間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現在の運営稼働時間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それで毎月10万円以上の利益が残る状態です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順風満帆だったわけではありません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物件選定で悩み、問い合わせで断られ、出店したのに予約が入らず苦戦したこともあります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このコンテンツで解説すること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物件選定（見抜き方・避けるべき条件・売上予測）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立ち上げ・設営（備品選び・無人運営の仕組み）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集客（ポータルサイト・レビュー獲得）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収益改善（自社決済・手数料依存からの脱却）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「なんとなく興味がある」から「何をすればいいか判断できる」へ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読み終えたときに手に入る状態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物件を見て「出店すべきか」を判断できる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売上予測の数字を自分で出せる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集客の導線と利益の構造を、事前に設計できる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知識だけで完結するビジネスではありません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最終的には、実際に物件を見て動き始めることが必要です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ただ、基準がなければチャンスが来ても判断できない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その基準を、この講座で渡します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2026-08-29T06:41:58Z</dcterms:created>
  <dcterms:modified xsi:type="dcterms:W3CDTF">2026-08-29T06:41:58Z</dcterms:modified>
</cp:coreProperties>
</file>