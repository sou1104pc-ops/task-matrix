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3200400"/>
            <a:ext cx="4937760" cy="4937760"/>
          </a:xfrm>
          <a:prstGeom prst="ellipse">
            <a:avLst/>
          </a:prstGeom>
          <a:solidFill>
            <a:srgbClr val="FF6B2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663440"/>
            <a:ext cx="2377440" cy="2377440"/>
          </a:xfrm>
          <a:prstGeom prst="ellipse">
            <a:avLst/>
          </a:prstGeom>
          <a:solidFill>
            <a:srgbClr val="FF6B2C">
              <a:alpha val="2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8288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6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本編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331720"/>
            <a:ext cx="8778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レンタルスタジオのイメージを掴む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434340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A9A9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まずは実際に運営中のスタジオを見てください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73152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2つのタイプを見比べる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14400" y="1828800"/>
            <a:ext cx="4873752" cy="4114800"/>
          </a:xfrm>
          <a:prstGeom prst="roundRect">
            <a:avLst>
              <a:gd name="adj" fmla="val 2667"/>
            </a:avLst>
          </a:prstGeom>
          <a:solidFill>
            <a:srgbClr val="F3F3F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325880" y="224028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F6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小箱（21平米）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344168" y="3246120"/>
            <a:ext cx="146304" cy="14630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664208" y="31089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個人・少人数向け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44168" y="4087368"/>
            <a:ext cx="146304" cy="14630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664208" y="395020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単発利用がメイン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0" y="1828800"/>
            <a:ext cx="4873752" cy="4114800"/>
          </a:xfrm>
          <a:prstGeom prst="roundRect">
            <a:avLst>
              <a:gd name="adj" fmla="val 2667"/>
            </a:avLst>
          </a:prstGeom>
          <a:solidFill>
            <a:srgbClr val="F3F3F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12280" y="224028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1F7A6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大箱（90平米）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830568" y="3246120"/>
            <a:ext cx="146304" cy="146304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50608" y="31089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教室・団体向け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830568" y="4087368"/>
            <a:ext cx="146304" cy="146304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150608" y="395020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定期利用がメイン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内装に凝る必要はありません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鏡とその他の備品を揃えるだけで完成します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371600"/>
            <a:ext cx="2834640" cy="2834640"/>
          </a:xfrm>
          <a:prstGeom prst="ellipse">
            <a:avLst/>
          </a:prstGeom>
          <a:solidFill>
            <a:srgbClr val="FF6B2C">
              <a:alpha val="8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1691640"/>
            <a:ext cx="7589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600"/>
              </a:lnSpc>
              <a:buNone/>
            </a:pPr>
            <a:r>
              <a:rPr lang="en-US" sz="8800" b="1" dirty="0">
                <a:solidFill>
                  <a:srgbClr val="FF6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1〜2日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6118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設営にかかる期間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4348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6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集客の導線さえ整えれば、あとはほとんどすることがなくなります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280160"/>
            <a:ext cx="4206240" cy="4206240"/>
          </a:xfrm>
          <a:prstGeom prst="ellipse">
            <a:avLst/>
          </a:prstGeom>
          <a:solidFill>
            <a:srgbClr val="FF6B2C">
              <a:alpha val="1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05840" y="228600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実店舗の中で、最もハードルが低いビジネスです</a:t>
            </a:r>
            <a:endParaRPr lang="en-US" sz="3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2026-08-29T06:41:58Z</dcterms:created>
  <dcterms:modified xsi:type="dcterms:W3CDTF">2026-08-29T06:41:58Z</dcterms:modified>
</cp:coreProperties>
</file>