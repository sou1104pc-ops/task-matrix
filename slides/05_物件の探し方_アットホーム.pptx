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物件の探し方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アットホームでの検索手順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検索の6ステップ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76479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「貸店舗」を選択（用途は全部チェック）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423160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都道府県を選択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3099816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08152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「沿線・駅から探す」を使う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758184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373989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1日4万人以上の駅にだけチェック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416552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3982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賃料10万円・10平米以上・徒歩5分以内で絞る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" y="5074920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572768" y="505663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写真と地図で1件ずつ判定する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市区町村では探さない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必ず「沿線・駅から探す」を使ってください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一覧から即・見送るもの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人が住んでいそうなマンション・アパート・一軒家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スケルトン物件（内装費が跳ね上がる）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変形間取り・室内に柱がある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徒歩5分ちょうど（徒歩1〜3分の競合に負ける）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判断がつかない建物は、地図で見る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ストリートビューで確認。1階が店舗で2階以上が住居なら見送りです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住居用でも、貸し会議室ならアリ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用途を変えれば使える物件は意外と多くあります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上下階が学習塾・事務所なら、内見で音を確認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階が離れていれば（例：4階）まだマシ。必ず現地で確かめます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良さそうでも、ここではまだ決めない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次は競合調査です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2026-08-29T06:41:58Z</dcterms:created>
  <dcterms:modified xsi:type="dcterms:W3CDTF">2026-08-29T06:41:58Z</dcterms:modified>
</cp:coreProperties>
</file>