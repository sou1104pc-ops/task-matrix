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2-1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備品を揃える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初期費用を抑えながら、必要なものを漏れなく揃える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備品リストをそのまま使ってください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Googleスプレッドシートで配布しています。Amazon・楽天・100均で揃います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備品は優先度4段階に分かれています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必須｜これがないと開業できない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あると便利｜稼働率と満足度を上げる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設営時のみ｜終わったら持ち帰る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内見時に便利｜物件選定の段階で使う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原則：高いものを置かない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レンタルスペースには盗難リスクがあります。壊れても買い直せる価格帯を優先してください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【必須】鏡・音響・通信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5196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突っ張り式ミラー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天井・床で固定するタイプが施工しやすく安定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Wi-Fiルーター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小箱はポケット型、中箱以上は据え置き型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Bluetoothスピーカー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高価モデルは不要。中価格帯で十分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デシベル測定器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壁掛けデジタル式（30〜130dB）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Wi-Fiは、箱の大きさで選び分ける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小箱はポケット型で足りる。中箱以上は据え置き型のほうが安定します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デシベル測定器は、交渉と運営の両方で効く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「70dB以下に限定し、測定器を設置しています」と言える根拠になります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【必須】セキュリティ・電源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5196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キーボックス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ドアノブに設置。予備を1個用意する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防犯カメラ（メイン）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トラブル時の証拠映像確保に必須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防犯カメラ（サブ候補）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在庫切れ時の代替として把握しておく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MicroSDカード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録画用。128GB以上を推奨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スマホ充電ケーブル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USB-A / C対応の3in1が汎用的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暗証番号は、予約確定メールで自動送信する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手動で送っていると、そこだけ無人運営が崩れます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防犯カメラは、公式サイトのほうが割安なことがある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Tapoなどは購入前に公式サイトの価格も確認してください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【必須】収納・内装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5196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椅子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広さや用途に合わせて選ぶ（ニトリ）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棚・ラック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複数台でスペースを有効活用（IKEA）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粘着式壁掛けフック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リモコン・鍵・清掃用具を壁に整理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壁付けモップホルダー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床置きをなくして室内をすっきり保つ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【必須】清掃・トイレ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5196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コードレス掃除機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軽量タイプが扱いやすい（マキタ）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ガラス・鏡用クリーナー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鏡の曇りと手垢を定期的に除去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トイレマット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清潔感の演出に直結する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トイレ用スリッパ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衛生面と快適性の向上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便座カバー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定期的に洗濯・交換する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トイレ用品は、清潔感をつくるための投資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マット・スリッパ・便座カバーは、すべて100均で揃います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備品には店名シールを貼る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ラベルプリンター（テプラ等）で、盗難・紛失を防ぎます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掲示物はラミネート加工する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Canvaで作って印刷し、キンコーズ等に持ち込めば1枚165円で加工できます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ここまでが「必須」。次は稼働率を上げる備品です</a:t>
            </a:r>
            <a:endParaRPr lang="en-US" sz="3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【あると便利】撮影・演出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1539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スマホ用三脚（標準）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3COINS 1,650円。ダンス利用者の需要が高い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スマホ用三脚（廉価・最安）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100均770円前後が最もコスパが良い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壁掛けスマホホルダー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高めの位置に付けると全身が映せる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LEDテープライト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間接照明で雰囲気が大きく変わる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ミラーボール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パーティー・イベント用途に対応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三脚は壊れる前提で、安いものを選ぶ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ニーズは高いですが破損頻度も高い。メンテが煩わしければ省いてもOKです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【あると便利】清掃・ゴミ・トイレ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1539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フローリングワイパー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掃除機で代替可能なため必須ではない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使い捨てワイパーシート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衛生的。レンタルモップ利用時は不要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レンタルモップ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大箱におすすめ。月1回交換で月額1,000円前後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ゴミ箱・ゴミ袋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「ワイパーシート専用」と明記する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便座除菌・トイレ洗剤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便座の衛生管理と便器の定期清掃用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【あると便利】サイン・掲示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1539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ドアマット（入口用）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靴置きスペースの代用にする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靴脱ぎ促しシール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入口で土足防止を案内する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土足禁止サイン（大判）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視認性が高くコスパも良い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A型看板（置き型）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通行量の多い立地では集客効果あり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ウィンドウサイン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大きな窓のある立地向け。ACCEAで発注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入口の導線は、3点セットで作る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ドアマット・靴脱ぎ促しシール・土足禁止サイン。これで土足トラブルはほぼ消えます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【あると便利】空調・内装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78815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大型サーキュレーター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大箱向け。エアコン併用で室温が均一に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コンパクトサーキュレーター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小箱の夏場の熱対策に有効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貼り付け式フローリングシート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広い面積は業者外注を推奨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配線カバー・モール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コードを隠して見栄えを上げる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強力両面テープ・鏡の傾き調整パーツ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壁を傷めにくいものを選ぶと退去時が楽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【設営時のみ】【内見時】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51967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アイテム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ポイント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電動ドライバー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石膏ボードへのビス打ち用。常駐は不要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ドライバービット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用途に合わせて種類を揃えておく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ビス・ネジ類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石膏ボード用と木材用を分けて予備も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レーザー距離計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内見で使用。鏡の枚数計算に直結する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工具はスタジオに置かない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設営が終わったら持ち帰る。常駐させる必要はありません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必須から揃える。あとは稼働を見ながら足していく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