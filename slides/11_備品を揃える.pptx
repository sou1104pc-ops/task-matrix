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2-1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備品を揃える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初期費用を抑えながら、必要なものを漏れなく揃える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備品リストをそのまま使ってください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Googleスプレッドシートで配布しています。まずはここから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備品の探し方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備品リストを開く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Amazon・楽天で型番や名称を検索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鏡だけはリスト記載のものをそのまま買う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ウィンドウサインはACCEAで発注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箱の大きさで、揃えるものが変わる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小箱（21平米）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鏡・スピーカー・清掃用品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キーボックス・遮光カーテン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ヨガマット・ストレッチポール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大箱（90平米）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小箱の備品に加えて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卓球台・バレエバー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机・椅子（会議室併用）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70万円以内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初期費用の目標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鏡が最も大きな出費。それ以外は徹底的に抑えます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高いものを置かない、が原則です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レンタルスペースには盗難リスクがあります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