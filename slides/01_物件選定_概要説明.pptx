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初期費用70万円以下で、月5〜7万円のストック型収入をつくる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このステップが、講座で最も重要です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繰り返し見返して、内容を完全に頭に入れてしまってください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物件選定で学ぶ5つのこと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94767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物件選定の心構え（4原則）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715768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69748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物件選定の基本（7つの条件）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465576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4472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問い合わせのしかた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215384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19709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内見・契約時の注意点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965192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94690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番外編：ロードサイド物件の勝ち筋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70万円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初期費用の上限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これ以下で1店舗を立ち上げます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5〜7万円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1店舗あたりの月間利益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ストック型なので、毎月積み上がっていきます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感覚で選ばない。基準で選ぶ。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