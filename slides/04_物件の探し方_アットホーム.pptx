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6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3200400"/>
            <a:ext cx="4937760" cy="4937760"/>
          </a:xfrm>
          <a:prstGeom prst="ellipse">
            <a:avLst/>
          </a:prstGeom>
          <a:solidFill>
            <a:srgbClr val="FF6B2C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4663440"/>
            <a:ext cx="2377440" cy="2377440"/>
          </a:xfrm>
          <a:prstGeom prst="ellipse">
            <a:avLst/>
          </a:prstGeom>
          <a:solidFill>
            <a:srgbClr val="FF6B2C">
              <a:alpha val="22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14400" y="182880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F6B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 1-3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2331720"/>
            <a:ext cx="8778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6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物件の探し方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434340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700" dirty="0">
                <a:solidFill>
                  <a:srgbClr val="A9A9B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アットホームでの検索手順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7772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検索の6ステップ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914400" y="1783080"/>
            <a:ext cx="457200" cy="457200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1440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572768" y="1764792"/>
            <a:ext cx="9509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「貸店舗」を選択（用途は全部チェック）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914400" y="2441448"/>
            <a:ext cx="457200" cy="457200"/>
          </a:xfrm>
          <a:prstGeom prst="ellipse">
            <a:avLst/>
          </a:prstGeom>
          <a:solidFill>
            <a:srgbClr val="1F7A6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14400" y="24414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572768" y="2423160"/>
            <a:ext cx="9509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都道府県を選択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914400" y="3099816"/>
            <a:ext cx="457200" cy="457200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30998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572768" y="3081528"/>
            <a:ext cx="9509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「沿線・駅から探す」を使う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914400" y="3758184"/>
            <a:ext cx="457200" cy="457200"/>
          </a:xfrm>
          <a:prstGeom prst="ellipse">
            <a:avLst/>
          </a:prstGeom>
          <a:solidFill>
            <a:srgbClr val="1F7A6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14400" y="37581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572768" y="3739896"/>
            <a:ext cx="9509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1日4万人以上の駅にだけチェック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914400" y="4416552"/>
            <a:ext cx="457200" cy="457200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14400" y="4416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572768" y="4398264"/>
            <a:ext cx="9509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賃料10万円・10平米以上・徒歩5分以内で絞る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914400" y="5074920"/>
            <a:ext cx="457200" cy="457200"/>
          </a:xfrm>
          <a:prstGeom prst="ellipse">
            <a:avLst/>
          </a:prstGeom>
          <a:solidFill>
            <a:srgbClr val="1F7A6C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914400" y="5074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1572768" y="5056632"/>
            <a:ext cx="9509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写真と地図で1件ずつ判定する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234440"/>
            <a:ext cx="237744" cy="237744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14400" y="2148840"/>
            <a:ext cx="10058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36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市区町村では探さない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4114800"/>
            <a:ext cx="9692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900"/>
              </a:lnSpc>
              <a:buNone/>
            </a:pPr>
            <a:r>
              <a:rPr lang="en-US" sz="1700" dirty="0">
                <a:solidFill>
                  <a:srgbClr val="6E6E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必ず「沿線・駅から探す」を使ってください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7772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一覧から即・見送るもの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914400" y="2148840"/>
            <a:ext cx="457200" cy="457200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1440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572768" y="2130552"/>
            <a:ext cx="9509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人が住んでいそうなマンション・アパート・一軒家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914400" y="3044952"/>
            <a:ext cx="457200" cy="457200"/>
          </a:xfrm>
          <a:prstGeom prst="ellipse">
            <a:avLst/>
          </a:prstGeom>
          <a:solidFill>
            <a:srgbClr val="1F7A6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14400" y="30449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572768" y="3026664"/>
            <a:ext cx="9509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スケルトン物件（内装費が跳ね上がる）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914400" y="3941064"/>
            <a:ext cx="457200" cy="457200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39410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572768" y="3922776"/>
            <a:ext cx="9509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変形間取り・室内に柱がある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914400" y="4837176"/>
            <a:ext cx="457200" cy="457200"/>
          </a:xfrm>
          <a:prstGeom prst="ellipse">
            <a:avLst/>
          </a:prstGeom>
          <a:solidFill>
            <a:srgbClr val="1F7A6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14400" y="48371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572768" y="4818888"/>
            <a:ext cx="9509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徒歩5分ちょうど（徒歩1〜3分の競合に負ける）</a:t>
            </a:r>
            <a:endParaRPr lang="en-US" sz="1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234440"/>
            <a:ext cx="237744" cy="237744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14400" y="2148840"/>
            <a:ext cx="10058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36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判断がつかない建物は、地図で見る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4114800"/>
            <a:ext cx="9692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900"/>
              </a:lnSpc>
              <a:buNone/>
            </a:pPr>
            <a:r>
              <a:rPr lang="en-US" sz="1700" dirty="0">
                <a:solidFill>
                  <a:srgbClr val="6E6E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ストリートビューで確認。1階が店舗で2階以上が住居なら見送りです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234440"/>
            <a:ext cx="237744" cy="237744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14400" y="2148840"/>
            <a:ext cx="10058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36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住居用でも、貸し会議室ならアリ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4114800"/>
            <a:ext cx="9692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900"/>
              </a:lnSpc>
              <a:buNone/>
            </a:pPr>
            <a:r>
              <a:rPr lang="en-US" sz="1700" dirty="0">
                <a:solidFill>
                  <a:srgbClr val="6E6E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用途を変えれば使える物件は意外と多くあります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616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-1280160"/>
            <a:ext cx="4206240" cy="4206240"/>
          </a:xfrm>
          <a:prstGeom prst="ellipse">
            <a:avLst/>
          </a:prstGeom>
          <a:solidFill>
            <a:srgbClr val="FF6B2C">
              <a:alpha val="10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05840" y="2286000"/>
            <a:ext cx="10058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良さそうでも、ここではまだ決めない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1005840" y="4297680"/>
            <a:ext cx="9509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700" dirty="0">
                <a:solidFill>
                  <a:srgbClr val="A9A9B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次は競合調査です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2026-08-29T06:24:00Z</dcterms:created>
  <dcterms:modified xsi:type="dcterms:W3CDTF">2026-08-29T06:24:00Z</dcterms:modified>
</cp:coreProperties>
</file>