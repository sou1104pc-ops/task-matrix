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内見・契約時の注意点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撤退という最悪も想定した上で、最終チェックする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室内で見るのは5つ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94767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広さと匂いの確認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715768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69748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防音・音漏れの確認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465576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4472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床の素材と状態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215384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19709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鏡の設置可否と壁の状態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965192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94690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その場で採寸を済ませる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図面の平米数と、体感は違う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トイレや収納が含まれていて、実際に動ける範囲が狭いことがあります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匂いは写真に写らない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カビの匂いは入居後も取れないことが多く、契約見送りの判断基準になります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撤退理由でいちばん多いのは、音のトラブル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スピーカーを持ち込んで、本番の音量で流す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確認するのは 廊下・隣室・上下階・建物の外の4か所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70dB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音漏れの目安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スマホの無料デシベル測定アプリで簡易測定できます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床材ごとの判断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65960"/>
          <a:ext cx="1036015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54223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床材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判断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フローリング / クッションフロア / フロアタイル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そのまま使用可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カーペット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貸し会議室ならOK。ダンスには不向き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コンクリート / 畳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施工が必須。初期費用が大きく膨らむ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床は10〜30万円で張り替えられる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立地と家賃が抜群なら、張り替える前提で借りる判断もアリです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壁紙が浮いていると、鏡ごと落ちる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天井が空洞だと、突っ張り鏡が効かない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広くてフラットな良い壁でも、鏡が立てられなくなります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採寸は、その場で全部終わらせる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レーザー距離計があれば一瞬。二度手間をなくします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室外で見るのは3つ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実際に駅から歩いた距離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オートロックの有無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鍵・周辺環境・ゴミ捨て場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図面の徒歩1分は、80m換算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信号・坂道・歩道橋は考慮されていません。必ず実際に歩いてください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オートロックは無人運営の最大の障壁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夜間に建物が閉鎖されると、24時間営業ができません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鍵の受け渡しはキーボックスが前提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ドアノブに取り付けられるかどうかも見ておく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契約前に必ず確認する6つ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76479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営業可能時間（24時間営業は可能か）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42316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音出し・振動の可否と許容デシベル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099816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08152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光回線の引き込みの有無・工事可否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758184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373989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床・壁への加工可否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416552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3982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残置物・クリーニング費用の負担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" y="5074920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505663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事業譲渡（賃貸借の譲渡）の可否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契約書に署名した後では、変更できない</a:t>
            </a:r>
            <a:endParaRPr lang="en-US" sz="3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鍵が回りにくいと、電話が鳴り続ける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潤滑油はNG。鉛筆の芯を鍵の溝に擦り付けると滑らかになります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2026-08-29T06:24:00Z</dcterms:created>
  <dcterms:modified xsi:type="dcterms:W3CDTF">2026-08-29T06:24:00Z</dcterms:modified>
</cp:coreProperties>
</file>