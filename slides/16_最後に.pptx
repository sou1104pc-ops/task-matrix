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00400"/>
            <a:ext cx="4937760" cy="4937760"/>
          </a:xfrm>
          <a:prstGeom prst="ellipse">
            <a:avLst/>
          </a:prstGeom>
          <a:solidFill>
            <a:srgbClr val="FF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663440"/>
            <a:ext cx="2377440" cy="2377440"/>
          </a:xfrm>
          <a:prstGeom prst="ellipse">
            <a:avLst/>
          </a:prstGeom>
          <a:solidFill>
            <a:srgbClr val="FF6B2C">
              <a:alpha val="2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CLOSING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ここまでご覧いただき、ありがとうございます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レンタルスタジオは、派手なビジネスではありません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一気に何千万円も稼げる夢物語でも、完全放置でいいものでもありません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それでも、数少ない現実的なスモールビジネスです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正しい物件を選び、正しい導線を作れば、未経験からでも黒字化を狙えます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センスではなく、基準で戦える</a:t>
            </a:r>
            <a:endParaRPr lang="en-US" sz="3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最初の一歩は、小さくていい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まずは物件を見てみる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競合を調べてみる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1件、問い合わせてみる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行動した人から、景色が変わっていきます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2026-08-29T06:41:58Z</dcterms:created>
  <dcterms:modified xsi:type="dcterms:W3CDTF">2026-08-29T06:41:58Z</dcterms:modified>
</cp:coreProperties>
</file>