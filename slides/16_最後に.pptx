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CLOSING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最後に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ここまでご覧いただき、ありがとうございます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レンタルスタジオは、派手なビジネスではありません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一気に何千万円も稼げる夢物語でも、完全放置でいいものでもありません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それでも、数少ない現実的なスモールビジネスです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正しい物件を選び、正しい導線を作れば、未経験からでも黒字化を狙えます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センスではなく、基準で戦える</a:t>
            </a:r>
            <a:endParaRPr lang="en-US" sz="3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最初の一歩は、小さくていい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まずは物件を見てみる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競合を調べてみる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1件、問い合わせてみる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行動した人から、景色が変わっていきます</a:t>
            </a:r>
            <a:endParaRPr lang="en-US" sz="3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