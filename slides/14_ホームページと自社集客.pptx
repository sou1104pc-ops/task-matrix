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3200400"/>
            <a:ext cx="4937760" cy="4937760"/>
          </a:xfrm>
          <a:prstGeom prst="ellipse">
            <a:avLst/>
          </a:prstGeom>
          <a:solidFill>
            <a:srgbClr val="FF6B2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663440"/>
            <a:ext cx="2377440" cy="2377440"/>
          </a:xfrm>
          <a:prstGeom prst="ellipse">
            <a:avLst/>
          </a:prstGeom>
          <a:solidFill>
            <a:srgbClr val="FF6B2C">
              <a:alpha val="2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8288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33172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ホームページと自社集客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34340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A9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利益率を守る導線をつくる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3152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外注するか、自作するか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1828800"/>
            <a:ext cx="4873752" cy="4114800"/>
          </a:xfrm>
          <a:prstGeom prst="roundRect">
            <a:avLst>
              <a:gd name="adj" fmla="val 2667"/>
            </a:avLst>
          </a:prstGeom>
          <a:solidFill>
            <a:srgbClr val="F3F3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5880" y="22402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外注する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344168" y="3246120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64208" y="3108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約30万円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344168" y="4087368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64208" y="395020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SEOもデザインもプロに任せられる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344168" y="4928616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664208" y="479145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修正はそのつど依頼が必要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1828800"/>
            <a:ext cx="4873752" cy="4114800"/>
          </a:xfrm>
          <a:prstGeom prst="roundRect">
            <a:avLst>
              <a:gd name="adj" fmla="val 2667"/>
            </a:avLst>
          </a:prstGeom>
          <a:solidFill>
            <a:srgbClr val="F3F3F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12280" y="22402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F7A6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自作する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830568" y="3246120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50608" y="3108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初期費用を抑えられる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30568" y="4087368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50608" y="395020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修正・更新の自由度が高い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30568" y="4928616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50608" y="479145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学習コストがかかる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自作するなら、最初からWordPress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ペライチから始めると、後で移行する手間が発生します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SEOは2つに集中すれば十分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キーワード分析と競合分析。複雑なテクニックはいりません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「地域名 × レンタルスタジオ」で競合を見る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上位表示されているページのタイトルと見出しを分析して、取り入れる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ブログは簡単な内容でいい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213055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新店舗オープンの告知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3044952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30266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SNS開設のお知らせ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14400" y="3941064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92277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「〇〇県おすすめレンタルスタジオ」のまとめ記事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914400" y="4837176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4818888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利用者のレビュー・体験談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4206240" cy="4206240"/>
          </a:xfrm>
          <a:prstGeom prst="ellipse">
            <a:avLst/>
          </a:prstGeom>
          <a:solidFill>
            <a:srgbClr val="FF6B2C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ポータルで集客し、自社に流す</a:t>
            </a:r>
            <a:endParaRPr lang="en-US" sz="3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初回は知人にモニター利用してもらう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レビュー獲得を最優先に。初回割引・平日割で心理的ハードルを下げます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371600"/>
            <a:ext cx="2834640" cy="2834640"/>
          </a:xfrm>
          <a:prstGeom prst="ellipse">
            <a:avLst/>
          </a:prstGeom>
          <a:solidFill>
            <a:srgbClr val="FF6B2C">
              <a:alpha val="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169164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600"/>
              </a:lnSpc>
              <a:buNone/>
            </a:pPr>
            <a:r>
              <a:rPr lang="en-US" sz="88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3.6%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118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自社決済の手数料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434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ポータル経由は30〜35%。この差がそのまま利益になります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自社予約システム「よやクル」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213055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月額4,980円・最大5.5スペースまで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3044952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30266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公式LINEと連携できる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14400" y="3941064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92277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Googleカレンダーと連携できる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914400" y="4837176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4818888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顧客管理ができ、リピート率が約30%向上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371600"/>
            <a:ext cx="2834640" cy="2834640"/>
          </a:xfrm>
          <a:prstGeom prst="ellipse">
            <a:avLst/>
          </a:prstGeom>
          <a:solidFill>
            <a:srgbClr val="FF6B2C">
              <a:alpha val="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169164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600"/>
              </a:lnSpc>
              <a:buNone/>
            </a:pPr>
            <a:r>
              <a:rPr lang="en-US" sz="88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8割</a:t>
            </a:r>
            <a:endParaRPr lang="en-US" sz="8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118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最終的に自社決済へ移す割合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4348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6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ここが利益率最大化のゴールです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支払い方法は選択肢を多く用意する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213055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クレジットカード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3044952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30266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PayPay・Amazon Pay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14400" y="3941064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92277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銀行振込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914400" y="4837176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4818888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現金（近隣・トラブル時の対応として）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77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ホームページに必ず載せるもの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2130552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Googleマップの埋め込み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14400" y="3044952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3044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3026664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駅からのアクセス情報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914400" y="3941064"/>
            <a:ext cx="457200" cy="457200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941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572768" y="3922776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建物外観・入口の写真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914400" y="4837176"/>
            <a:ext cx="457200" cy="457200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4818888"/>
            <a:ext cx="9509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9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空き状況カレンダー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迷子を防ぐ情報が、予約率を上げる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初めて利用するお客様の不安を消すことが最優先です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2026-08-29T11:57:23Z</dcterms:created>
  <dcterms:modified xsi:type="dcterms:W3CDTF">2026-08-29T11:57:23Z</dcterms:modified>
</cp:coreProperties>
</file>