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物件選定の心構え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成功する物件選定に必要な、4つの原則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レンタルスペースはロケーションが9割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ブランドではなく、場所の利便性で選ばれるビジネスモデルです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内装がどれだけ豪華でも、駅から遠ければ入らない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シャネルやエルメスとは違い、ブランド価値では選ばれません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最初から良い物件は見つからない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激戦区ほど稀。だからこそ常時ウォッチする習慣を持ってください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アットホームを、毎日見る習慣にする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良い物件が出たときに、すぐ動ける状態をつくっておく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物件を探す範囲は広めに持つ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東京・大阪だけに絞ると、選択肢が極端に狭まります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断られるのが前提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「また貸し」とみなされ用途NGは当たり前。数をこなす姿勢が大切です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ブランド価値が低い。それが個人の勝ち筋になる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315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なぜ大手が入ってこないのか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大手が参入しない理由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44168" y="3246120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642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規模の経済が効きにくい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44168" y="4087368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642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ブランド力が効かない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44168" y="4928616"/>
            <a:ext cx="146304" cy="14630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6642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月5〜7万円の利益に人件費は割けない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828800"/>
            <a:ext cx="4873752" cy="4114800"/>
          </a:xfrm>
          <a:prstGeom prst="roundRect">
            <a:avLst>
              <a:gd name="adj" fmla="val 2667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12280" y="2240280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1F7A6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個人が勝てる理由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30568" y="3246120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50608" y="3108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1つのスペースに注力できる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30568" y="4087368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50608" y="395020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初期投資50〜100万円以下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30568" y="4928616"/>
            <a:ext cx="146304" cy="146304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50608" y="479145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清掃も売上管理も外注できる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ただし、完全放置ではありません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戦略の見直し・新規物件の選定・競合が増えていないかのチェックは自分で見る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2026-08-29T06:41:58Z</dcterms:created>
  <dcterms:modified xsi:type="dcterms:W3CDTF">2026-08-29T06:41:58Z</dcterms:modified>
</cp:coreProperties>
</file>