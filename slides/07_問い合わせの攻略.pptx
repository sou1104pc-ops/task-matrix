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1-5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問い合わせの攻略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断られる前提で、段階的に提案を下げていく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一発NGで諦める人が、いちばん多い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42976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3段階のフォールバックで、出店できる可能性を最大化します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まず本命を聞く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アットホームから電話で問い合わせるのが早い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13232"/>
            <a:ext cx="566928" cy="566928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713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7498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そのまま使えるトーク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10360152" cy="3063240"/>
          </a:xfrm>
          <a:prstGeom prst="roundRect">
            <a:avLst>
              <a:gd name="adj" fmla="val 3582"/>
            </a:avLst>
          </a:prstGeom>
          <a:solidFill>
            <a:srgbClr val="F3F3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0848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331720"/>
            <a:ext cx="9052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18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時間制のレンタルスタジオ（鏡付き）は出店可能ですか？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257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ここでOKならかなりラッキーです。内見に行きましょう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なぜスタジオから聞くのか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貸し会議室より収益性が高く、リピートも良いからです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音の懸念が出たら、内見を提案する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多くの場合、ここで止まります。不安を取り除くのが仕事です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13232"/>
            <a:ext cx="566928" cy="566928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713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7498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そのまま使えるトーク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10360152" cy="3063240"/>
          </a:xfrm>
          <a:prstGeom prst="roundRect">
            <a:avLst>
              <a:gd name="adj" fmla="val 3582"/>
            </a:avLst>
          </a:prstGeom>
          <a:solidFill>
            <a:srgbClr val="F3F3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0848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331720"/>
            <a:ext cx="9052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18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漏れ対策済みで、70dB以下でのご利用に限定しています。店内にdB測定器を設置しており、お客様にもリアルタイムで確認していただける仕組みです。一度現地に伺って、実際の音の漏れ具合を確認させていただくことは可能でしょうか？問題があるようであれば出店はいたしません。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257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「合わなければやめます」と断言することで、相手のトラブルリスクへの不安が消えます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それでもNGなら、用途を下げる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貸し会議室は普通の事務所と同じ。騒音トラブルの心配がありません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13232"/>
            <a:ext cx="566928" cy="566928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713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7498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そのまま使えるトーク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10360152" cy="3063240"/>
          </a:xfrm>
          <a:prstGeom prst="roundRect">
            <a:avLst>
              <a:gd name="adj" fmla="val 3582"/>
            </a:avLst>
          </a:prstGeom>
          <a:solidFill>
            <a:srgbClr val="F3F3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0848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331720"/>
            <a:ext cx="9052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18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では、音の出ない会議室利用としての出店はいかがでしょうか？企業のミーティング用途を想定しています。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257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収益性はスタジオが上ですが、何も出せないよりは圧倒的に良い選択です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全部NGなら、潔く撤退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押す時間があるなら、次の物件に使ったほうが早い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2026-08-29T06:41:58Z</dcterms:created>
  <dcterms:modified xsi:type="dcterms:W3CDTF">2026-08-29T06:41:58Z</dcterms:modified>
</cp:coreProperties>
</file>