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3200400"/>
            <a:ext cx="4937760" cy="4937760"/>
          </a:xfrm>
          <a:prstGeom prst="ellipse">
            <a:avLst/>
          </a:prstGeom>
          <a:solidFill>
            <a:srgbClr val="FF6B2C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663440"/>
            <a:ext cx="2377440" cy="2377440"/>
          </a:xfrm>
          <a:prstGeom prst="ellipse">
            <a:avLst/>
          </a:prstGeom>
          <a:solidFill>
            <a:srgbClr val="FF6B2C">
              <a:alpha val="22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82880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1-5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331720"/>
            <a:ext cx="8778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6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問い合わせの攻略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4343400"/>
            <a:ext cx="8595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断られる前提で、段階的に提案を下げていく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280160" y="-1280160"/>
            <a:ext cx="4206240" cy="4206240"/>
          </a:xfrm>
          <a:prstGeom prst="ellipse">
            <a:avLst/>
          </a:prstGeom>
          <a:solidFill>
            <a:srgbClr val="FF6B2C">
              <a:alpha val="1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1005840" y="22860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一発NGで諦める人が、いちばん多い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1005840" y="4297680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700" dirty="0">
                <a:solidFill>
                  <a:srgbClr val="A9A9B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3段階のフォールバックで、出店できる可能性を最大化します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まず本命を聞く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アットホームから電話で問い合わせるのが早い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13232"/>
            <a:ext cx="566928" cy="566928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713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1691640" y="7498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そのまま使えるトーク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360152" cy="3063240"/>
          </a:xfrm>
          <a:prstGeom prst="roundRect">
            <a:avLst>
              <a:gd name="adj" fmla="val 3582"/>
            </a:avLst>
          </a:prstGeom>
          <a:solidFill>
            <a:srgbClr val="F3F3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08483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331720"/>
            <a:ext cx="9052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18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時間制のレンタルスタジオ（鏡付き）は出店可能ですか？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257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ここでOKならかなりラッキーです。内見に行きましょう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34440"/>
            <a:ext cx="237744" cy="237744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214884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なぜスタジオから聞くのか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貸し会議室より収益性が高く、リピートも良いからです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音の懸念が出たら、内見を提案する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多くの場合、ここで止まります。不安を取り除くのが仕事です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13232"/>
            <a:ext cx="566928" cy="566928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713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1691640" y="7498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そのまま使えるトーク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360152" cy="3063240"/>
          </a:xfrm>
          <a:prstGeom prst="roundRect">
            <a:avLst>
              <a:gd name="adj" fmla="val 3582"/>
            </a:avLst>
          </a:prstGeom>
          <a:solidFill>
            <a:srgbClr val="F3F3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08483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331720"/>
            <a:ext cx="9052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18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漏れ対策済みで、70dB以下でのご利用に限定しています。店内にdB測定器を設置しており、お客様にもリアルタイムで確認していただける仕組みです。一度現地に伺って、実際の音の漏れ具合を確認させていただくことは可能でしょうか？問題があるようであれば出店はいたしません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257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「合わなければやめます」と断言することで、相手のトラブルリスクへの不安が消えます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それでもNGなら、用途を下げる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貸し会議室は普通の事務所と同じ。騒音トラブルの心配がありません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713232"/>
            <a:ext cx="566928" cy="566928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7132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1691640" y="749808"/>
            <a:ext cx="9418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そのまま使えるトーク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914400" y="1965960"/>
            <a:ext cx="10360152" cy="3063240"/>
          </a:xfrm>
          <a:prstGeom prst="roundRect">
            <a:avLst>
              <a:gd name="adj" fmla="val 3582"/>
            </a:avLst>
          </a:prstGeom>
          <a:solidFill>
            <a:srgbClr val="F3F3F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34440" y="2084832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6B2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1874520" y="2331720"/>
            <a:ext cx="9052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100"/>
              </a:lnSpc>
              <a:buNone/>
            </a:pPr>
            <a:r>
              <a:rPr lang="en-US" sz="1800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では、音の出ない会議室利用としての出店はいかがでしょうか？企業のミーティング用途を想定しています。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52578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収益性はスタジオが上ですが、何も出せないよりは圧倒的に良い選択です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960120"/>
            <a:ext cx="713232" cy="713232"/>
          </a:xfrm>
          <a:prstGeom prst="ellipse">
            <a:avLst/>
          </a:prstGeom>
          <a:solidFill>
            <a:srgbClr val="FF6B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14400" y="96012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965960"/>
            <a:ext cx="10058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3600" b="1" dirty="0">
                <a:solidFill>
                  <a:srgbClr val="16161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全部NGなら、潔く撤退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4114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900"/>
              </a:lnSpc>
              <a:buNone/>
            </a:pPr>
            <a:r>
              <a:rPr lang="en-US" sz="1700" dirty="0">
                <a:solidFill>
                  <a:srgbClr val="6E6E7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押す時間があるなら、次の物件に使ったほうが早い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2026-08-29T11:57:23Z</dcterms:created>
  <dcterms:modified xsi:type="dcterms:W3CDTF">2026-08-29T11:57:23Z</dcterms:modified>
</cp:coreProperties>
</file>