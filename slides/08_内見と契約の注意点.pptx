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3200400"/>
            <a:ext cx="4937760" cy="4937760"/>
          </a:xfrm>
          <a:prstGeom prst="ellipse">
            <a:avLst/>
          </a:prstGeom>
          <a:solidFill>
            <a:srgbClr val="FF6B2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663440"/>
            <a:ext cx="2377440" cy="2377440"/>
          </a:xfrm>
          <a:prstGeom prst="ellipse">
            <a:avLst/>
          </a:prstGeom>
          <a:solidFill>
            <a:srgbClr val="FF6B2C">
              <a:alpha val="2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8288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1-6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331720"/>
            <a:ext cx="8778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内見・契約時の注意点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34340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A9A9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撤退という最悪も想定した上で、最終チェックする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772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室内で見るのは5つ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572768" y="1947672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広さと匂いの確認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2715768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2697480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防音・音漏れの確認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14400" y="3465576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3447288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床の素材と状態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14400" y="4215384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72768" y="4197096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鏡の設置可否と壁の状態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914400" y="4965192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965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72768" y="4946904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その場で採寸を済ませる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図面の平米数と、体感は違う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トイレや収納が含まれていて、実際に動ける範囲が狭いことがあります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匂いは写真に写らない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カビの匂いは壁裏や床下が原因。入居後も取れないことが多い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315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匂いの判断基準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14400" y="1828800"/>
            <a:ext cx="4873752" cy="4114800"/>
          </a:xfrm>
          <a:prstGeom prst="roundRect">
            <a:avLst>
              <a:gd name="adj" fmla="val 2667"/>
            </a:avLst>
          </a:prstGeom>
          <a:solidFill>
            <a:srgbClr val="F3F3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325880" y="224028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カビの匂い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44168" y="3246120"/>
            <a:ext cx="146304" cy="14630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64208" y="31089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入居後も改善できないことが多い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44168" y="4087368"/>
            <a:ext cx="146304" cy="14630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664208" y="395020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契約は見送る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0" y="1828800"/>
            <a:ext cx="4873752" cy="4114800"/>
          </a:xfrm>
          <a:prstGeom prst="roundRect">
            <a:avLst>
              <a:gd name="adj" fmla="val 2667"/>
            </a:avLst>
          </a:prstGeom>
          <a:solidFill>
            <a:srgbClr val="F3F3F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12280" y="224028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1F7A6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下水の匂い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830568" y="3246120"/>
            <a:ext cx="146304" cy="146304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50608" y="31089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水を流して消えるなら対処可能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30568" y="4087368"/>
            <a:ext cx="146304" cy="146304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50608" y="395020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消えなければ見送りを推奨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4206240" cy="4206240"/>
          </a:xfrm>
          <a:prstGeom prst="ellipse">
            <a:avLst/>
          </a:prstGeom>
          <a:solidFill>
            <a:srgbClr val="FF6B2C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22860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撤退理由でいちばん多いのは、音のトラブル</a:t>
            </a:r>
            <a:endParaRPr lang="en-US" sz="3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スピーカーを持ち込んで、本番の音量で流す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確認するのは 廊下・隣室・上下階・建物の外の4か所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2人で行って、実際に動いてみる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音だけでなく、振動が下階に響かないかまで確認できると安心です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371600"/>
            <a:ext cx="2834640" cy="2834640"/>
          </a:xfrm>
          <a:prstGeom prst="ellipse">
            <a:avLst/>
          </a:prstGeom>
          <a:solidFill>
            <a:srgbClr val="FF6B2C">
              <a:alpha val="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1691640"/>
            <a:ext cx="7589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600"/>
              </a:lnSpc>
              <a:buNone/>
            </a:pPr>
            <a:r>
              <a:rPr lang="en-US" sz="8800" b="1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70dB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6118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音漏れの目安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434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スマホの無料デシベル測定アプリで簡易測定できます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滑りすぎる床は、怪我とクレームに直結する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傷・へこみ・ギシギシ音・ささくれも確認してください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772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床材ごとの判断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965960"/>
          <a:ext cx="10360152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542239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床材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判断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フローリング / クッションフロア / フロアタイル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そのまま使用可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カーペット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貸し会議室ならOK。ダンスには不向き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コンクリート / 畳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施工が必須。初期費用が大きく膨らむ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床は10〜30万円で張り替えられる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立地と家賃が抜群なら、張り替える前提で借りる判断もアリです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371600"/>
            <a:ext cx="2834640" cy="2834640"/>
          </a:xfrm>
          <a:prstGeom prst="ellipse">
            <a:avLst/>
          </a:prstGeom>
          <a:solidFill>
            <a:srgbClr val="FF6B2C">
              <a:alpha val="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1691640"/>
            <a:ext cx="7589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600"/>
              </a:lnSpc>
              <a:buNone/>
            </a:pPr>
            <a:r>
              <a:rPr lang="en-US" sz="8800" b="1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3m以上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6118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ダンススタジオに必要な連続した壁面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434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窓や柱で壁が分断されないかを確認します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壁紙が浮いていると、鏡ごと落ちる</a:t>
            </a:r>
            <a:endParaRPr lang="en-US" sz="3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天井が空洞だと、突っ張り鏡が効かない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広くてフラットな良い壁でも、鏡が立てられなくなります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採寸は、その場で全部終わらせる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レーザー距離計があれば一瞬。二度手間をなくします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772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室外で見るのは3つ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2148840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572768" y="2130552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実際に駅から歩いた距離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3044952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3026664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オートロックの有無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14400" y="3941064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3922776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鍵・周辺環境・ゴミ捨て場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図面の徒歩1分は、80m換算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信号・坂道・歩道橋は考慮されていません。必ず実際に歩いてください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オートロックは無人運営の最大の障壁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夜間に建物が閉鎖されると、24時間営業ができません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鍵の受け渡しはキーボックスが前提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ドアノブに取り付けられるかどうかも見ておく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一般住居・学習塾・静かなオフィスの近くは避ける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繁華街やロードサイドを優先。Googleマップで事前に絞り込めます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772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契約前に必ず確認する6つ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783080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572768" y="1764792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営業可能時間（24時間営業は可能か）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2441448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441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2423160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音出し・振動の可否と許容デシベル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14400" y="3099816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3081528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光回線の引き込みの有無・工事可否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14400" y="3758184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3758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72768" y="3739896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床・壁への加工可否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914400" y="4416552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72768" y="4398264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残置物・クリーニング費用の負担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14400" y="5074920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440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572768" y="5056632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事業譲渡（賃貸借の譲渡）の可否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4206240" cy="4206240"/>
          </a:xfrm>
          <a:prstGeom prst="ellipse">
            <a:avLst/>
          </a:prstGeom>
          <a:solidFill>
            <a:srgbClr val="FF6B2C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22860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契約書に署名した後では、変更できない</a:t>
            </a:r>
            <a:endParaRPr lang="en-US" sz="3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鍵が回りにくいと、電話が鳴り続ける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潤滑油はNG（埃が固まって故障の原因）。鉛筆の芯を鍵の溝に擦り付ける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下水の匂いは、お湯を流して水を溜めておく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排水トラップに水を溜めれば対処できます。改善しない物件は見送る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2026-08-29T11:57:23Z</dcterms:created>
  <dcterms:modified xsi:type="dcterms:W3CDTF">2026-08-29T11:57:23Z</dcterms:modified>
</cp:coreProperties>
</file>