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物件選定の基本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黒字化の確率を一気に上げる、7つの条件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ここまでこだわっている業者は、ほとんどいません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だから赤字が出る。逆に守れば、黒字化の確率は一気に上がります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駅ベースで検索する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「〇〇区」「〇〇市」ではなく、駅単位で市場を見ていきます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4万人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1日の乗降者数の最低ライン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2〜3万人だと需要の上限が低く、トントンかマイナスになりやすい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徒歩5分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駅からの距離の絶対条件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超えると検索サイトで上位表示されにくくなります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調べ方はシンプルです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「〇〇県 乗降者数ランキング」で、4万人以上の駅を先にリスト化する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利用者は荷物が多く、集合場所にも使う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「スタジオ直接集合で」と言われる。駅からの近さがそのまま予約数に響きます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広さは15平米以上を目安にする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10平米では、ダンスをする上で1人でも狭く感じます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検索は10平米以上で絞るしかない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アットホームは15平米や20平米では絞り込めません。実物を見て判断します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広さでターゲットが変わる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小箱 15〜30平米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個人・少人数がターゲット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単発利用がメイン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個人練習・ボイトレ・ピラティス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大箱 50平米以上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教室・団体がターゲット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定期利用がメイン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ダンス教室・体操教室・道場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家賃は安いほど正義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利益率に最も大きく影響する固定費です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家賃3万円の差で、何が変わるか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38144"/>
                <a:gridCol w="344728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ケースA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ケースB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家賃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その他経費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40%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10%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" y="5715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理想は月3万〜6万円台。都内が難しければ、埼玉など地方へ範囲を広げる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定期借家は選ばない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普通借家一択。定期借家は2年で「出ていってね」と言われることがあります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2つの契約の違い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普通借家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正当な理由がない限り更新できる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借り手の権利が強い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長く安心して営業できる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定期借家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契約期間の満了で必ず終了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再契約手数料が別途かかる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売却時のリスクになる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定期借家は、売却のときに効いてくる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残存期間が、買い手にとっての投資回収リスクになります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騒音トラブルにならない物件を選ぶ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住居用の賃貸は、レンタルスタジオには使いません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もともと音が気になりにくい環境を選ぶ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テナントが多く入っている雑居ビル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線路沿い・沿線沿い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交通量が多いところ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地下・1階が理想。2階以上なら階下が店舗・飲食店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無理にダンススタジオにしない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リスクが高いと感じたら、貸し会議室として運営する判断に切り替える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長方形・正方形の物件を選ぶ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変形間取りだと鏡が途切れ、隅が欠けて人数が入りきりません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変形間取りで起きること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ダンススタジオ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鏡をどこに貼るか決まらない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フォーメーション練習で隅が欠ける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机のレイアウトが組めない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スクリーンが見えない死角が出る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競合をリサーチした上で参入する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競合がいる＝稼ぎにくい、ではありません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僕自身の実体験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競合がいない場所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認知から自分で取りにいく必要がある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黒字化まで半年〜7ヶ月かかった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競合がいる場所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需要があることが証明済み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1ヶ月目で黒字化した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競合に勝つ4つのポイント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駅からの近さ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平米数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内装・設備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競合の存在は、そのエリアに需要がある証明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