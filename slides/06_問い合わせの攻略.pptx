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00400"/>
            <a:ext cx="4937760" cy="4937760"/>
          </a:xfrm>
          <a:prstGeom prst="ellipse">
            <a:avLst/>
          </a:prstGeom>
          <a:solidFill>
            <a:srgbClr val="FF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663440"/>
            <a:ext cx="2377440" cy="2377440"/>
          </a:xfrm>
          <a:prstGeom prst="ellipse">
            <a:avLst/>
          </a:prstGeom>
          <a:solidFill>
            <a:srgbClr val="FF6B2C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1-5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問い合わせの攻略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断られる前提で、段階的に提案を下げていく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4206240" cy="4206240"/>
          </a:xfrm>
          <a:prstGeom prst="ellipse">
            <a:avLst/>
          </a:prstGeom>
          <a:solidFill>
            <a:srgbClr val="FF6B2C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22860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一発NGで諦める人が、いちばん多い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429768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3段階のフォールバックで、出店できる可能性を最大化します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まず本命を聞く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「時間制のレンタルスタジオ（鏡付き）は出店可能ですか？」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なぜスタジオから聞くのか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貸し会議室より収益性が高く、リピートも良いからです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音の懸念が出たら、内見を提案する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70dB以下に限定し、店内に測定器を設置していることを伝える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「合わなければやめます」と先に言う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相手のトラブルリスクへの不安が消え、内見まで進めます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それでもNGなら、用途を下げる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音の出ない貸し会議室としての出店を提案する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全部NGなら、潔く撤退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押す時間があるなら、次の物件に使ったほうが早い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2026-08-29T06:24:00Z</dcterms:created>
  <dcterms:modified xsi:type="dcterms:W3CDTF">2026-08-29T06:24:00Z</dcterms:modified>
</cp:coreProperties>
</file>