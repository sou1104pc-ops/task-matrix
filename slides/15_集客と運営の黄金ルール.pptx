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00400"/>
            <a:ext cx="4937760" cy="4937760"/>
          </a:xfrm>
          <a:prstGeom prst="ellipse">
            <a:avLst/>
          </a:prstGeom>
          <a:solidFill>
            <a:srgbClr val="FF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663440"/>
            <a:ext cx="2377440" cy="2377440"/>
          </a:xfrm>
          <a:prstGeom prst="ellipse">
            <a:avLst/>
          </a:prstGeom>
          <a:solidFill>
            <a:srgbClr val="FF6B2C">
              <a:alpha val="2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集客と運営の黄金ルール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物件選定と同じくらい重要なパートです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9割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新規集客に占めるポータルサイト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インスタベース8〜9割、スペースマーケット1〜2割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ポータルなしでは勝てない。でも、それだけでは残らない</a:t>
            </a:r>
            <a:endParaRPr lang="en-US" sz="3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315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手数料の差が、そのまま利益の差になる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ポータル経由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44168" y="3246120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642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インスタベース 35%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44168" y="4087368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642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スペースマーケット 30%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F7A6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自社決済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30568" y="3246120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506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3.6%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約30%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利益率の改善幅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リピートを自社決済に移すだけで、手元に残る利益が変わります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導線はひとつだけ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ポータルで集客 → 現地で公式LINEへ誘導 → 自社決済でリピート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LINE登録してもらう4つの仕掛け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次回500円オフクーポンを配布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公式LINE最安値保証を明示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Wi-Fiパスワードを自動応答で配布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8188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鍵の開け方動画をLINE限定で公開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約7割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来店者のLINE登録率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4つを組み合わせた結果です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500円オフで「2回目の壁」を突破する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2回目に来てもらえるかどうかで、顧客生涯価値が決まります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月1回の配信で、思い出してもらう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予約が入らなくても「あのスタジオがあった」が残ります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インスタは、定期予約を取りにいくツール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「地域名 × ダンス講師」で検索して、DMで直接アプローチする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DMには、スペックを明記する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広さ・鏡・音響。場所を探している講師にとっては渡りに船です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160人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僕のインスタのフォロワー数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それでも定期予約は数件取れています。地域限定なら数は関係ありません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レンタルスタジオは、センスではなく基準で戦える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2026-08-29T06:41:58Z</dcterms:created>
  <dcterms:modified xsi:type="dcterms:W3CDTF">2026-08-29T06:41:58Z</dcterms:modified>
</cp:coreProperties>
</file>