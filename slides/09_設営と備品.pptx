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設営と備品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1〜2日で設営を終わらせる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鏡はダンススタジオの命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推奨は突っ張り式の大型スタンドミラー。貼るタイプは基本的に不要です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約2.5万円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鏡1枚あたりの価格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6枚揃えて十数万円。ここはケチらないでください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鏡の映りが悪いと、リピート率に直結する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スピーカーは4,000〜5,000円で十分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盗難リスクがあるので高額なものは避ける。Bluetooth接続は必須です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清潔感がリピート率を左右する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週1回の清掃外注を推奨。消耗品の買い出しも一緒に任せると楽になります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清掃備品と、その用途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103601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0683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備品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フロアモップ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お客様に利用後の清掃をしてもらう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ウェットシート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モップで取れない床の汚れを落とす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クロス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鏡を拭いて仕上げる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消臭スプレー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匂い対策。全店舗に必ず置いています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キーボックスで無人入室にする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玄関のドアノブに、4桁以上のダイヤル式を設置します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予備のキーボックスを、別の場所に置く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開かない・番号を勝手に変えられるトラブルに備えます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遮光カーテンは必須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プライバシー・室温・照明演出の3つに効きます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オーダーは納品まで約2週間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サイズが合えばニトリで買うのが手軽です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あると予約が埋まるもの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ヨガマット・ストレッチポール・バレエバー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卓球台（大箱なら1台2万数千円）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机・椅子（会議室としても貸せる）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高速Wi-Fi・サーキュレーター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