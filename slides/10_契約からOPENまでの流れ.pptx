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契約からOPENまでの流れ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契約が決まってから、予約が入るまでにやること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OPENまでの5ステップ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94560"/>
            <a:ext cx="1867205" cy="3017520"/>
          </a:xfrm>
          <a:prstGeom prst="roundRect">
            <a:avLst>
              <a:gd name="adj" fmla="val 4897"/>
            </a:avLst>
          </a:prstGeom>
          <a:solidFill>
            <a:srgbClr val="EFEFF2"/>
          </a:solidFill>
          <a:ln/>
        </p:spPr>
      </p:sp>
      <p:sp>
        <p:nvSpPr>
          <p:cNvPr id="4" name="Shape 2"/>
          <p:cNvSpPr/>
          <p:nvPr/>
        </p:nvSpPr>
        <p:spPr>
          <a:xfrm>
            <a:off x="1591970" y="2514600"/>
            <a:ext cx="512064" cy="51206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91970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3246120"/>
            <a:ext cx="14648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</a:t>
            </a:r>
            <a:endParaRPr lang="en-US" sz="150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営業時間・音出し・加工可否を書面で確認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726741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037637" y="2194560"/>
            <a:ext cx="1867205" cy="3017520"/>
          </a:xfrm>
          <a:prstGeom prst="roundRect">
            <a:avLst>
              <a:gd name="adj" fmla="val 4897"/>
            </a:avLst>
          </a:prstGeom>
          <a:solidFill>
            <a:srgbClr val="F3F3F5"/>
          </a:solidFill>
          <a:ln/>
        </p:spPr>
      </p:sp>
      <p:sp>
        <p:nvSpPr>
          <p:cNvPr id="9" name="Shape 7"/>
          <p:cNvSpPr/>
          <p:nvPr/>
        </p:nvSpPr>
        <p:spPr>
          <a:xfrm>
            <a:off x="3715207" y="2514600"/>
            <a:ext cx="512064" cy="51206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15207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238805" y="3246120"/>
            <a:ext cx="14648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備品の発注</a:t>
            </a:r>
            <a:endParaRPr lang="en-US" sz="150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カーテンは納品まで約2週間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4997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60874" y="2194560"/>
            <a:ext cx="1867205" cy="3017520"/>
          </a:xfrm>
          <a:prstGeom prst="roundRect">
            <a:avLst>
              <a:gd name="adj" fmla="val 4897"/>
            </a:avLst>
          </a:prstGeom>
          <a:solidFill>
            <a:srgbClr val="EFEFF2"/>
          </a:solidFill>
          <a:ln/>
        </p:spPr>
      </p:sp>
      <p:sp>
        <p:nvSpPr>
          <p:cNvPr id="14" name="Shape 12"/>
          <p:cNvSpPr/>
          <p:nvPr/>
        </p:nvSpPr>
        <p:spPr>
          <a:xfrm>
            <a:off x="5838444" y="2514600"/>
            <a:ext cx="512064" cy="51206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38444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362042" y="3246120"/>
            <a:ext cx="14648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設営</a:t>
            </a:r>
            <a:endParaRPr lang="en-US" sz="150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1〜2日で完了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73214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284110" y="2194560"/>
            <a:ext cx="1867205" cy="3017520"/>
          </a:xfrm>
          <a:prstGeom prst="roundRect">
            <a:avLst>
              <a:gd name="adj" fmla="val 4897"/>
            </a:avLst>
          </a:prstGeom>
          <a:solidFill>
            <a:srgbClr val="F3F3F5"/>
          </a:solidFill>
          <a:ln/>
        </p:spPr>
      </p:sp>
      <p:sp>
        <p:nvSpPr>
          <p:cNvPr id="19" name="Shape 17"/>
          <p:cNvSpPr/>
          <p:nvPr/>
        </p:nvSpPr>
        <p:spPr>
          <a:xfrm>
            <a:off x="7961681" y="2514600"/>
            <a:ext cx="512064" cy="51206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61681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485278" y="3246120"/>
            <a:ext cx="14648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ポータル掲載</a:t>
            </a:r>
            <a:endParaRPr lang="en-US" sz="150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審査があるので早めに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96451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07347" y="2194560"/>
            <a:ext cx="1867205" cy="3017520"/>
          </a:xfrm>
          <a:prstGeom prst="roundRect">
            <a:avLst>
              <a:gd name="adj" fmla="val 4897"/>
            </a:avLst>
          </a:prstGeom>
          <a:solidFill>
            <a:srgbClr val="EFEFF2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84918" y="2514600"/>
            <a:ext cx="512064" cy="51206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84918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608515" y="3246120"/>
            <a:ext cx="146486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レビュー獲得</a:t>
            </a:r>
            <a:endParaRPr lang="en-US" sz="150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最初の10件を取りにいく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最初に発注するのは、遮光カーテンです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オーダーだと納品まで約2週間。ここが全体のボトルネックになります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ポータルサイトの審査には時間がかかる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インスタベースは審査がやや厳しく、修正対応が必要になることがあります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OPEN前に、知人へのモニター利用を仕込んでおく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レビューゼロの状態で走り出さないための準備です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設営は1〜2日。時間がかかるのは、発注と審査です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逆算して、契約直後に発注と申請を動かしてください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