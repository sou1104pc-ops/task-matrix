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3200400"/>
            <a:ext cx="4937760" cy="4937760"/>
          </a:xfrm>
          <a:prstGeom prst="ellipse">
            <a:avLst/>
          </a:prstGeom>
          <a:solidFill>
            <a:srgbClr val="FF6B2C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4663440"/>
            <a:ext cx="2377440" cy="2377440"/>
          </a:xfrm>
          <a:prstGeom prst="ellipse">
            <a:avLst/>
          </a:prstGeom>
          <a:solidFill>
            <a:srgbClr val="FF6B2C">
              <a:alpha val="2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18288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F6B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2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331720"/>
            <a:ext cx="8778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6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契約からOPENまでの流れ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434340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700" dirty="0">
                <a:solidFill>
                  <a:srgbClr val="A9A9B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契約が決まってから、予約が入るまでにやること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7772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OPENまでの5ステップ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14400" y="2194560"/>
            <a:ext cx="1867205" cy="3017520"/>
          </a:xfrm>
          <a:prstGeom prst="roundRect">
            <a:avLst>
              <a:gd name="adj" fmla="val 4897"/>
            </a:avLst>
          </a:prstGeom>
          <a:solidFill>
            <a:srgbClr val="EFEFF2"/>
          </a:solidFill>
          <a:ln/>
        </p:spPr>
      </p:sp>
      <p:sp>
        <p:nvSpPr>
          <p:cNvPr id="4" name="Shape 2"/>
          <p:cNvSpPr/>
          <p:nvPr/>
        </p:nvSpPr>
        <p:spPr>
          <a:xfrm>
            <a:off x="1591970" y="2514600"/>
            <a:ext cx="512064" cy="512064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591970" y="25146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115568" y="3246120"/>
            <a:ext cx="1464869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契約</a:t>
            </a:r>
            <a:endParaRPr lang="en-US" sz="1500" dirty="0"/>
          </a:p>
          <a:p>
            <a:pPr algn="ctr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営業時間・音出し・加工可否を書面で確認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2726741" y="3566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037637" y="2194560"/>
            <a:ext cx="1867205" cy="3017520"/>
          </a:xfrm>
          <a:prstGeom prst="roundRect">
            <a:avLst>
              <a:gd name="adj" fmla="val 4897"/>
            </a:avLst>
          </a:prstGeom>
          <a:solidFill>
            <a:srgbClr val="F3F3F5"/>
          </a:solidFill>
          <a:ln/>
        </p:spPr>
      </p:sp>
      <p:sp>
        <p:nvSpPr>
          <p:cNvPr id="9" name="Shape 7"/>
          <p:cNvSpPr/>
          <p:nvPr/>
        </p:nvSpPr>
        <p:spPr>
          <a:xfrm>
            <a:off x="3715207" y="2514600"/>
            <a:ext cx="512064" cy="512064"/>
          </a:xfrm>
          <a:prstGeom prst="ellipse">
            <a:avLst/>
          </a:prstGeom>
          <a:solidFill>
            <a:srgbClr val="1F7A6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715207" y="25146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3238805" y="3246120"/>
            <a:ext cx="1464869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備品の発注</a:t>
            </a:r>
            <a:endParaRPr lang="en-US" sz="1500" dirty="0"/>
          </a:p>
          <a:p>
            <a:pPr algn="ctr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カーテンは納品まで約2週間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849978" y="3566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160874" y="2194560"/>
            <a:ext cx="1867205" cy="3017520"/>
          </a:xfrm>
          <a:prstGeom prst="roundRect">
            <a:avLst>
              <a:gd name="adj" fmla="val 4897"/>
            </a:avLst>
          </a:prstGeom>
          <a:solidFill>
            <a:srgbClr val="EFEFF2"/>
          </a:solidFill>
          <a:ln/>
        </p:spPr>
      </p:sp>
      <p:sp>
        <p:nvSpPr>
          <p:cNvPr id="14" name="Shape 12"/>
          <p:cNvSpPr/>
          <p:nvPr/>
        </p:nvSpPr>
        <p:spPr>
          <a:xfrm>
            <a:off x="5838444" y="2514600"/>
            <a:ext cx="512064" cy="512064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838444" y="25146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5362042" y="3246120"/>
            <a:ext cx="1464869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設営</a:t>
            </a:r>
            <a:endParaRPr lang="en-US" sz="1500" dirty="0"/>
          </a:p>
          <a:p>
            <a:pPr algn="ctr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1〜2日で完了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973214" y="3566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284110" y="2194560"/>
            <a:ext cx="1867205" cy="3017520"/>
          </a:xfrm>
          <a:prstGeom prst="roundRect">
            <a:avLst>
              <a:gd name="adj" fmla="val 4897"/>
            </a:avLst>
          </a:prstGeom>
          <a:solidFill>
            <a:srgbClr val="F3F3F5"/>
          </a:solidFill>
          <a:ln/>
        </p:spPr>
      </p:sp>
      <p:sp>
        <p:nvSpPr>
          <p:cNvPr id="19" name="Shape 17"/>
          <p:cNvSpPr/>
          <p:nvPr/>
        </p:nvSpPr>
        <p:spPr>
          <a:xfrm>
            <a:off x="7961681" y="2514600"/>
            <a:ext cx="512064" cy="512064"/>
          </a:xfrm>
          <a:prstGeom prst="ellipse">
            <a:avLst/>
          </a:prstGeom>
          <a:solidFill>
            <a:srgbClr val="1F7A6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961681" y="25146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7485278" y="3246120"/>
            <a:ext cx="1464869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ポータル掲載</a:t>
            </a:r>
            <a:endParaRPr lang="en-US" sz="1500" dirty="0"/>
          </a:p>
          <a:p>
            <a:pPr algn="ctr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審査があるので早めに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9096451" y="3566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9407347" y="2194560"/>
            <a:ext cx="1867205" cy="3017520"/>
          </a:xfrm>
          <a:prstGeom prst="roundRect">
            <a:avLst>
              <a:gd name="adj" fmla="val 4897"/>
            </a:avLst>
          </a:prstGeom>
          <a:solidFill>
            <a:srgbClr val="EFEFF2"/>
          </a:solidFill>
          <a:ln/>
        </p:spPr>
      </p:sp>
      <p:sp>
        <p:nvSpPr>
          <p:cNvPr id="24" name="Shape 22"/>
          <p:cNvSpPr/>
          <p:nvPr/>
        </p:nvSpPr>
        <p:spPr>
          <a:xfrm>
            <a:off x="10084918" y="2514600"/>
            <a:ext cx="512064" cy="512064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10084918" y="25146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9608515" y="3246120"/>
            <a:ext cx="1464869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レビュー獲得</a:t>
            </a:r>
            <a:endParaRPr lang="en-US" sz="1500" dirty="0"/>
          </a:p>
          <a:p>
            <a:pPr algn="ctr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最初の10件を取りにいく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234440"/>
            <a:ext cx="237744" cy="237744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214884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36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最初に発注するのは、遮光カーテンです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411480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17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オーダーだと納品まで約2週間。ここが全体のボトルネックになります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234440"/>
            <a:ext cx="237744" cy="237744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214884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36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ポータルサイトの審査には時間がかかる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411480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17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インスタベースは審査がやや厳しく、修正対応が必要になることがあります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234440"/>
            <a:ext cx="237744" cy="237744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214884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36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OPEN前に、知人へのモニター利用を仕込んでおく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411480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17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レビューゼロの状態で走り出さないための準備です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1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280160"/>
            <a:ext cx="4206240" cy="4206240"/>
          </a:xfrm>
          <a:prstGeom prst="ellipse">
            <a:avLst/>
          </a:prstGeom>
          <a:solidFill>
            <a:srgbClr val="FF6B2C">
              <a:alpha val="10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05840" y="2286000"/>
            <a:ext cx="10058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設営は1〜2日。時間がかかるのは、発注と審査です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4297680"/>
            <a:ext cx="950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700" dirty="0">
                <a:solidFill>
                  <a:srgbClr val="A9A9B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逆算して、契約直後に発注と申請を動かしてください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2026-08-29T06:41:58Z</dcterms:created>
  <dcterms:modified xsi:type="dcterms:W3CDTF">2026-08-29T06:41:58Z</dcterms:modified>
</cp:coreProperties>
</file>