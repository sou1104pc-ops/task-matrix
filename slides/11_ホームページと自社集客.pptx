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ホームページと自社集客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利益率を守る導線をつくる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外注するか、自作するか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外注する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約30万円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SEOもデザインもプロに任せられる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修正はそのつど依頼が必要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自作する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初期費用を抑えられる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修正・更新の自由度が高い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学習コストがかかる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自作するなら、最初からWordPress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ペライチから始めると、後で移行する手間が発生します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SEOは2つに集中すれば十分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キーワード分析と競合分析。複雑なテクニックはいりません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「地域名 × レンタルスタジオ」で競合を見る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上位表示されているページのタイトルと見出しを分析して、取り入れる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ポータルで集客し、自社に流す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3.6%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自社決済の手数料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ポータル経由は30〜35%。この差がそのまま利益になります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自社予約システム「よやクル」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月額4,980円・最大5.5スペースまで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公式LINEと連携できる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Googleカレンダーと連携できる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PayPay・カード・銀行振込に対応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8割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最終的に自社決済へ移す割合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ここが利益率最大化のゴールです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支払い方法は選択肢を多く用意する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クレジットカード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PayPay・Amazon Pay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銀行振込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現金（近隣・トラブル時の対応として）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ホームページに必ず載せるもの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Googleマップの埋め込み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駅からのアクセス情報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建物外観・入口の写真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空き状況カレンダー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迷子を防ぐ情報が、予約率を上げる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